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slideLayout1.xml><?xml version="1.0" encoding="utf-8"?>
<p:sldLayout xmlns:p="http://schemas.openxmlformats.org/presentationml/2006/main" type="blank">
  <p:cSld>
    <p:spTree>
      <p:nvGrpSpPr>
        <p:nvPr/>
        <p:cNvPr id="1" name=""/>
      </p:nvGrpSpPr>
      <p:grpSpPr/>
    </p:spTree>
  </p:cSld>
</p:sldLayout>
</file>

<file path=ppt/slideMasters/_rels/slideMaster1.xml.rels><?xml version="1.0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drawingml/2006/main" xmlns:a="http://schemas.openxmlformats.org/drawingml/2006/main" xmlns:r="http://schemas.openxmlformats.org/officeDocument/2006/relationships">
  <p:cSld>
    <p:spTree>
      <p:nvGrpSpPr>
        <p:nvPr/>
        <p:cNvPr id="1" name=""/>
      </p:nvGrpSpPr>
      <p:grpSpPr/>
    </p:spTree>
  </p:cSld>
</p:sldMaster>
</file>

<file path=ppt/slides/_rels/slide1.xml.rels><?xml version="1.0"?><Relationships xmlns="http://schemas.openxmlformats.org/package/2006/relationships"/>
</file>

<file path=ppt/slides/_rels/slide2.xml.rels><?xml version="1.0"?><Relationships xmlns="http://schemas.openxmlformats.org/package/2006/relationships"/>
</file>

<file path=ppt/slides/_rels/slide3.xml.rels><?xml version="1.0"?><Relationships xmlns="http://schemas.openxmlformats.org/package/2006/relationships"/>
</file>

<file path=ppt/slides/_rels/slide4.xml.rels><?xml version="1.0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背景 -->
      <p:sp>
        <p:nvSpPr>
          <p:cNvPr id="2" name="Bg"/>
          <p:cNvSpPr/>
          <p:nvPr/>
        </p:nvSpPr>
        <p:spPr>
          <a:solidFill>
            <a:srgbClr val="F5F0E6"/>
          </a:solidFill>
        </p:spPr>
      </p:sp>
      <!-- 强调色装饰条 -->
      <p:sp>
        <p:nvSpPr>
          <p:cNvPr id="3" name="Accent"/>
          <p:cNvSpPr/>
          <p:nvPr/>
        </p:nvSpPr>
        <p:spPr>
          <a:xfrm>
            <a:off x="0" y="0"/>
            <a:ext cx="152400" cy="6858000"/>
          </a:xfrm>
          <a:solidFill>
            <a:srgbClr val="5B8C5A"/>
          </a:solidFill>
        </p:spPr>
      </p:sp>
      <!-- 眉标 (Subtitle) -->
      <p:sp>
        <p:nvSpPr>
          <p:cNvPr id="4" name="Eyebrow"/>
          <p:cNvSpPr/>
          <p:nvPr/>
        </p:nvSpPr>
        <p:spPr>
          <a:xfrm>
            <a:off x="914400" y="685800"/>
            <a:ext cx="8229600" cy="457200"/>
          </a:xfrm>
        </p:spPr>
        <p:txBody>
          <a:bodyPr/>
          <a:p>
            <a:r>
              <a:rPr lang="zh-CN" sz="1200" dirty="0" b="0">
                <a:solidFill>
                  <a:srgbClr val="5B8C5A"/>
                </a:solidFill>
              </a:rPr>
              <a:t>via54 叙事引擎</a:t>
            </a:r>
          </a:p>
        </p:txBody>
      </p:sp>
      <!-- 标题 -->
      <p:sp>
        <p:nvSpPr>
          <p:cNvPr id="5" name="Title"/>
          <p:cNvSpPr/>
          <p:nvPr/>
        </p:nvSpPr>
        <p:spPr>
          <a:xfrm>
            <a:off x="914400" y="1371600"/>
            <a:ext cx="8229600" cy="1371600"/>
          </a:xfrm>
        </p:spPr>
        <p:txBody>
          <a:bodyPr/>
          <a:p>
            <a:r>
              <a:rPr lang="zh-CN" sz="3200" dirty="0" b="1">
                <a:solidFill>
                  <a:srgbClr val="1A1A1A"/>
                </a:solidFill>
              </a:rPr>
              <a:t>日常 (ordinary_world)</a:t>
            </a:r>
          </a:p>
        </p:txBody>
      </p:sp>
      <!-- 正文 -->
      <p:sp>
        <p:nvSpPr>
          <p:cNvPr id="6" name="Body"/>
          <p:cNvSpPr/>
          <p:nvPr/>
        </p:nvSpPr>
        <p:spPr>
          <a:xfrm>
            <a:off x="914400" y="2971800"/>
            <a:ext cx="8229600" cy="3200400"/>
          </a:xfrm>
        </p:spPr>
        <p:txBody>
          <a:bodyPr/>
          <a:p>
            <a:r>
              <a:rPr lang="zh-CN" sz="1800" dirty="0"/>
              <a:t>每天，我们都...</a:t>
            </a:r>
          </a:p>
        </p:txBody>
      </p:sp>
      <!-- 页码 -->
      <p:sp>
        <p:nvSpPr>
          <p:cNvPr id="7" name="PageNum"/>
          <p:cNvSpPr/>
          <p:nvPr/>
        </p:nvSpPr>
        <p:spPr>
          <a:xfrm>
            <a:off x="914400" y="6400800"/>
            <a:ext cx="1371600" cy="274320"/>
          </a:xfrm>
        </p:spPr>
        <p:txBody>
          <a:bodyPr/>
          <a:p>
            <a:r>
              <a:rPr lang="zh-CN" sz="900" dirty="0">
                <a:solidFill>
                  <a:srgbClr val="999999"/>
                </a:solidFill>
              </a:rPr>
              <a:t>1 / 1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背景 -->
      <p:sp>
        <p:nvSpPr>
          <p:cNvPr id="2" name="Bg"/>
          <p:cNvSpPr/>
          <p:nvPr/>
        </p:nvSpPr>
        <p:spPr>
          <a:solidFill>
            <a:srgbClr val="F5F0E6"/>
          </a:solidFill>
        </p:spPr>
      </p:sp>
      <!-- 强调色装饰条 -->
      <p:sp>
        <p:nvSpPr>
          <p:cNvPr id="3" name="Accent"/>
          <p:cNvSpPr/>
          <p:nvPr/>
        </p:nvSpPr>
        <p:spPr>
          <a:xfrm>
            <a:off x="0" y="0"/>
            <a:ext cx="152400" cy="6858000"/>
          </a:xfrm>
          <a:solidFill>
            <a:srgbClr val="7A4B5C"/>
          </a:solidFill>
        </p:spPr>
      </p:sp>
      <!-- 眉标 (Subtitle) -->
      <p:sp>
        <p:nvSpPr>
          <p:cNvPr id="4" name="Eyebrow"/>
          <p:cNvSpPr/>
          <p:nvPr/>
        </p:nvSpPr>
        <p:spPr>
          <a:xfrm>
            <a:off x="914400" y="685800"/>
            <a:ext cx="8229600" cy="457200"/>
          </a:xfrm>
        </p:spPr>
        <p:txBody>
          <a:bodyPr/>
          <a:p>
            <a:r>
              <a:rPr lang="zh-CN" sz="1200" dirty="0" b="0">
                <a:solidFill>
                  <a:srgbClr val="7A4B5C"/>
                </a:solidFill>
              </a:rPr>
              <a:t>via54 叙事引擎</a:t>
            </a:r>
          </a:p>
        </p:txBody>
      </p:sp>
      <!-- 标题 -->
      <p:sp>
        <p:nvSpPr>
          <p:cNvPr id="5" name="Title"/>
          <p:cNvSpPr/>
          <p:nvPr/>
        </p:nvSpPr>
        <p:spPr>
          <a:xfrm>
            <a:off x="914400" y="1371600"/>
            <a:ext cx="8229600" cy="1371600"/>
          </a:xfrm>
        </p:spPr>
        <p:txBody>
          <a:bodyPr/>
          <a:p>
            <a:r>
              <a:rPr lang="zh-CN" sz="3200" dirty="0" b="1">
                <a:solidFill>
                  <a:srgbClr val="1A1A1A"/>
                </a:solidFill>
              </a:rPr>
              <a:t>相遇 (call_to_adventure)</a:t>
            </a:r>
          </a:p>
        </p:txBody>
      </p:sp>
      <!-- 正文 -->
      <p:sp>
        <p:nvSpPr>
          <p:cNvPr id="6" name="Body"/>
          <p:cNvSpPr/>
          <p:nvPr/>
        </p:nvSpPr>
        <p:spPr>
          <a:xfrm>
            <a:off x="914400" y="2971800"/>
            <a:ext cx="8229600" cy="3200400"/>
          </a:xfrm>
        </p:spPr>
        <p:txBody>
          <a:bodyPr/>
          <a:p>
            <a:r>
              <a:rPr lang="zh-CN" sz="1800" dirty="0"/>
              <a:t>直到有一天...</a:t>
            </a:r>
          </a:p>
        </p:txBody>
      </p:sp>
      <!-- 页码 -->
      <p:sp>
        <p:nvSpPr>
          <p:cNvPr id="7" name="PageNum"/>
          <p:cNvSpPr/>
          <p:nvPr/>
        </p:nvSpPr>
        <p:spPr>
          <a:xfrm>
            <a:off x="914400" y="6400800"/>
            <a:ext cx="1371600" cy="274320"/>
          </a:xfrm>
        </p:spPr>
        <p:txBody>
          <a:bodyPr/>
          <a:p>
            <a:r>
              <a:rPr lang="zh-CN" sz="900" dirty="0">
                <a:solidFill>
                  <a:srgbClr val="999999"/>
                </a:solidFill>
              </a:rPr>
              <a:t>2 / 2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背景 -->
      <p:sp>
        <p:nvSpPr>
          <p:cNvPr id="2" name="Bg"/>
          <p:cNvSpPr/>
          <p:nvPr/>
        </p:nvSpPr>
        <p:spPr>
          <a:solidFill>
            <a:srgbClr val="F5F0E6"/>
          </a:solidFill>
        </p:spPr>
      </p:sp>
      <!-- 强调色装饰条 -->
      <p:sp>
        <p:nvSpPr>
          <p:cNvPr id="3" name="Accent"/>
          <p:cNvSpPr/>
          <p:nvPr/>
        </p:nvSpPr>
        <p:spPr>
          <a:xfrm>
            <a:off x="0" y="0"/>
            <a:ext cx="152400" cy="6858000"/>
          </a:xfrm>
          <a:solidFill>
            <a:srgbClr val="58CC02"/>
          </a:solidFill>
        </p:spPr>
      </p:sp>
      <!-- 眉标 (Subtitle) -->
      <p:sp>
        <p:nvSpPr>
          <p:cNvPr id="4" name="Eyebrow"/>
          <p:cNvSpPr/>
          <p:nvPr/>
        </p:nvSpPr>
        <p:spPr>
          <a:xfrm>
            <a:off x="914400" y="685800"/>
            <a:ext cx="8229600" cy="457200"/>
          </a:xfrm>
        </p:spPr>
        <p:txBody>
          <a:bodyPr/>
          <a:p>
            <a:r>
              <a:rPr lang="zh-CN" sz="1200" dirty="0" b="0">
                <a:solidFill>
                  <a:srgbClr val="58CC02"/>
                </a:solidFill>
              </a:rPr>
              <a:t>via54 叙事引擎</a:t>
            </a:r>
          </a:p>
        </p:txBody>
      </p:sp>
      <!-- 标题 -->
      <p:sp>
        <p:nvSpPr>
          <p:cNvPr id="5" name="Title"/>
          <p:cNvSpPr/>
          <p:nvPr/>
        </p:nvSpPr>
        <p:spPr>
          <a:xfrm>
            <a:off x="914400" y="1371600"/>
            <a:ext cx="8229600" cy="1371600"/>
          </a:xfrm>
        </p:spPr>
        <p:txBody>
          <a:bodyPr/>
          <a:p>
            <a:r>
              <a:rPr lang="zh-CN" sz="3200" dirty="0" b="1">
                <a:solidFill>
                  <a:srgbClr val="1A1A1A"/>
                </a:solidFill>
              </a:rPr>
              <a:t>蜕变 (transformation)</a:t>
            </a:r>
          </a:p>
        </p:txBody>
      </p:sp>
      <!-- 正文 -->
      <p:sp>
        <p:nvSpPr>
          <p:cNvPr id="6" name="Body"/>
          <p:cNvSpPr/>
          <p:nvPr/>
        </p:nvSpPr>
        <p:spPr>
          <a:xfrm>
            <a:off x="914400" y="2971800"/>
            <a:ext cx="8229600" cy="3200400"/>
          </a:xfrm>
        </p:spPr>
        <p:txBody>
          <a:bodyPr/>
          <a:p>
            <a:r>
              <a:rPr lang="zh-CN" sz="1800" dirty="0"/>
              <a:t>不一样了...</a:t>
            </a:r>
          </a:p>
        </p:txBody>
      </p:sp>
      <!-- 页码 -->
      <p:sp>
        <p:nvSpPr>
          <p:cNvPr id="7" name="PageNum"/>
          <p:cNvSpPr/>
          <p:nvPr/>
        </p:nvSpPr>
        <p:spPr>
          <a:xfrm>
            <a:off x="914400" y="6400800"/>
            <a:ext cx="1371600" cy="274320"/>
          </a:xfrm>
        </p:spPr>
        <p:txBody>
          <a:bodyPr/>
          <a:p>
            <a:r>
              <a:rPr lang="zh-CN" sz="900" dirty="0">
                <a:solidFill>
                  <a:srgbClr val="999999"/>
                </a:solidFill>
              </a:rPr>
              <a:t>3 / 3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背景 -->
      <p:sp>
        <p:nvSpPr>
          <p:cNvPr id="2" name="Bg"/>
          <p:cNvSpPr/>
          <p:nvPr/>
        </p:nvSpPr>
        <p:spPr>
          <a:solidFill>
            <a:srgbClr val="F5F0E6"/>
          </a:solidFill>
        </p:spPr>
      </p:sp>
      <!-- 强调色装饰条 -->
      <p:sp>
        <p:nvSpPr>
          <p:cNvPr id="3" name="Accent"/>
          <p:cNvSpPr/>
          <p:nvPr/>
        </p:nvSpPr>
        <p:spPr>
          <a:xfrm>
            <a:off x="0" y="0"/>
            <a:ext cx="152400" cy="6858000"/>
          </a:xfrm>
          <a:solidFill>
            <a:srgbClr val="CC785C"/>
          </a:solidFill>
        </p:spPr>
      </p:sp>
      <!-- 眉标 (Subtitle) -->
      <p:sp>
        <p:nvSpPr>
          <p:cNvPr id="4" name="Eyebrow"/>
          <p:cNvSpPr/>
          <p:nvPr/>
        </p:nvSpPr>
        <p:spPr>
          <a:xfrm>
            <a:off x="914400" y="685800"/>
            <a:ext cx="8229600" cy="457200"/>
          </a:xfrm>
        </p:spPr>
        <p:txBody>
          <a:bodyPr/>
          <a:p>
            <a:r>
              <a:rPr lang="zh-CN" sz="1200" dirty="0" b="0">
                <a:solidFill>
                  <a:srgbClr val="CC785C"/>
                </a:solidFill>
              </a:rPr>
              <a:t>via54 叙事引擎</a:t>
            </a:r>
          </a:p>
        </p:txBody>
      </p:sp>
      <!-- 标题 -->
      <p:sp>
        <p:nvSpPr>
          <p:cNvPr id="5" name="Title"/>
          <p:cNvSpPr/>
          <p:nvPr/>
        </p:nvSpPr>
        <p:spPr>
          <a:xfrm>
            <a:off x="914400" y="1371600"/>
            <a:ext cx="8229600" cy="1371600"/>
          </a:xfrm>
        </p:spPr>
        <p:txBody>
          <a:bodyPr/>
          <a:p>
            <a:r>
              <a:rPr lang="zh-CN" sz="4400" dirty="0" b="1">
                <a:solidFill>
                  <a:srgbClr val="1A1A1A"/>
                </a:solidFill>
              </a:rPr>
              <a:t>回归 (return)</a:t>
            </a:r>
          </a:p>
        </p:txBody>
      </p:sp>
      <!-- 正文 -->
      <p:sp>
        <p:nvSpPr>
          <p:cNvPr id="6" name="Body"/>
          <p:cNvSpPr/>
          <p:nvPr/>
        </p:nvSpPr>
        <p:spPr>
          <a:xfrm>
            <a:off x="914400" y="2971800"/>
            <a:ext cx="8229600" cy="3200400"/>
          </a:xfrm>
        </p:spPr>
        <p:txBody>
          <a:bodyPr/>
          <a:p>
            <a:r>
              <a:rPr lang="zh-CN" sz="1800" dirty="0"/>
              <a:t>每一天...</a:t>
            </a:r>
          </a:p>
        </p:txBody>
      </p:sp>
      <!-- 页码 -->
      <p:sp>
        <p:nvSpPr>
          <p:cNvPr id="7" name="PageNum"/>
          <p:cNvSpPr/>
          <p:nvPr/>
        </p:nvSpPr>
        <p:spPr>
          <a:xfrm>
            <a:off x="914400" y="6400800"/>
            <a:ext cx="1371600" cy="274320"/>
          </a:xfrm>
        </p:spPr>
        <p:txBody>
          <a:bodyPr/>
          <a:p>
            <a:r>
              <a:rPr lang="zh-CN" sz="900" dirty="0">
                <a:solidFill>
                  <a:srgbClr val="999999"/>
                </a:solidFill>
              </a:rPr>
              <a:t>4 / 4</a:t>
            </a:r>
          </a:p>
        </p:txBody>
      </p:sp>
    </p:spTree>
  </p:cSld>
</p:sld>
</file>

<file path=ppt/theme/theme1.xml><?xml version="1.0" encoding="utf-8"?>
<a:theme xmlns:a="http://schemas.openxmlformats.org/drawingml/2006/main" name="via54">
  <a:themeElements>
    <a:clrScheme name="via54">
      <a:dk1>
        <a:srgbClr val="1A1A1A"/>
      </a:dk1>
      <a:lt1>
        <a:srgbClr val="F5F0E6"/>
      </a:lt1>
      <a:dk2>
        <a:srgbClr val="6B6B6B"/>
      </a:dk2>
      <a:lt2>
        <a:srgbClr val="FFFFFF"/>
      </a:lt2>
      <a:accent1>
        <a:srgbClr val="C43C3A"/>
      </a:accent1>
      <a:accent2>
        <a:srgbClr val="2A2A2A"/>
      </a:accent2>
      <a:accent3>
        <a:srgbClr val="D9D4CA"/>
      </a:accent3>
    </a:clrScheme>
    <a:fontScheme name="via54">
      <a:majorFont>
        <a:latin typeface="Source Han Sans"/>
        <a:ea typeface="Source Han Sans"/>
      </a:majorFont>
      <a:minorFont>
        <a:latin typeface="Source Han Sans"/>
        <a:ea typeface="Source Han Sans"/>
      </a:minorFont>
    </a:fontScheme>
    <a:fmtScheme name="via54"/>
  </a:themeElements>
</a:theme>
</file>

<file path=docProps/app.xml><?xml version="1.0" encoding="utf-8"?>
<Properties xmlns="http://schemas.openxmlformats.org/officeDocument/2006/extended-properties">
  <Application>via54Design</Application>
  <Slides>4</Slides>
</Properties>
</file>

<file path=docProps/core.xml><?xml version="1.0" encoding="UTF-8" standalone="yes"?>
<cp:coreProperties xmlns:cp="http://schemas.openxmlformats.org/package/2006/metadata/core-properties">
  <dc:title>via54Design</dc:title>
  <cp:lastModifiedBy>via54Design</cp:lastModifiedBy>
</cp:coreProperties>
</file>